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Prata" panose="020B0604020202020204" charset="0"/>
      <p:regular r:id="rId13"/>
    </p:embeddedFont>
    <p:embeddedFont>
      <p:font typeface="Raleway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32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Power BI Dashboard for Inventory &amp; Sales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20B55D-780C-444A-6243-0FDB95365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3449" y="7741748"/>
            <a:ext cx="2876951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40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2812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990243" y="3213140"/>
            <a:ext cx="11739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Background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618548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Overstocking, stockouts, and inefficient forecasting lead to losses.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12812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9" name="Text 6"/>
          <p:cNvSpPr/>
          <p:nvPr/>
        </p:nvSpPr>
        <p:spPr>
          <a:xfrm>
            <a:off x="4836319" y="3213140"/>
            <a:ext cx="20859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618548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a dashboard to monitor inventory and forecast demand.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18922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3" name="Text 10"/>
          <p:cNvSpPr/>
          <p:nvPr/>
        </p:nvSpPr>
        <p:spPr>
          <a:xfrm>
            <a:off x="943451" y="5274231"/>
            <a:ext cx="21097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1892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Scope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67963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 turnover, demand, pricing impact, and regional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0855"/>
            <a:ext cx="85273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Sources &amp; DAX Measures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56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37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Sales_Inventory.csv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Product_Brand_Details.xlsx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Store_Location.csv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356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DAX Measures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937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Competitor Price Impact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Inventory Turnover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Price Impact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Inventory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7065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Revenue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4E959F-5090-BFAA-E21E-6CC50A463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6630" y="7741748"/>
            <a:ext cx="2876951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88463"/>
            <a:ext cx="79133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Editing &amp; Modifications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37403"/>
            <a:ext cx="4579263" cy="1669852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Minimal Cleaning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754636"/>
            <a:ext cx="41256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was already well-structured.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599867" y="3037403"/>
            <a:ext cx="4579263" cy="1669852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5826681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Outliers Retained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826681" y="3754636"/>
            <a:ext cx="41256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Crucial for demand forecasting accuracy.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934069"/>
            <a:ext cx="9385221" cy="1306949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160883"/>
            <a:ext cx="31468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New Columns (Python)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651302"/>
            <a:ext cx="8931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Postal Code, State, City, Brand Name added.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03033"/>
            <a:ext cx="72987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Inventory Turnover Trends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2451973"/>
            <a:ext cx="30480" cy="4374475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</p:sp>
      <p:sp>
        <p:nvSpPr>
          <p:cNvPr id="5" name="Shape 2"/>
          <p:cNvSpPr/>
          <p:nvPr/>
        </p:nvSpPr>
        <p:spPr>
          <a:xfrm>
            <a:off x="6845022" y="2947035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27071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7" name="Text 4"/>
          <p:cNvSpPr/>
          <p:nvPr/>
        </p:nvSpPr>
        <p:spPr>
          <a:xfrm>
            <a:off x="6561653" y="2792135"/>
            <a:ext cx="11739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2678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Fluctuations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7888" y="3169206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points in February, April, and September.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45022" y="4480798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</p:sp>
      <p:sp>
        <p:nvSpPr>
          <p:cNvPr id="11" name="Shape 8"/>
          <p:cNvSpPr/>
          <p:nvPr/>
        </p:nvSpPr>
        <p:spPr>
          <a:xfrm>
            <a:off x="6365200" y="424088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2" name="Text 9"/>
          <p:cNvSpPr/>
          <p:nvPr/>
        </p:nvSpPr>
        <p:spPr>
          <a:xfrm>
            <a:off x="6516053" y="4325898"/>
            <a:ext cx="20859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867888" y="421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Peak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867888" y="4702969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July shows a peak (3126), indicating seasonal demand.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845022" y="6014561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</p:sp>
      <p:sp>
        <p:nvSpPr>
          <p:cNvPr id="16" name="Shape 13"/>
          <p:cNvSpPr/>
          <p:nvPr/>
        </p:nvSpPr>
        <p:spPr>
          <a:xfrm>
            <a:off x="6365200" y="57746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7" name="Text 14"/>
          <p:cNvSpPr/>
          <p:nvPr/>
        </p:nvSpPr>
        <p:spPr>
          <a:xfrm>
            <a:off x="6514862" y="5859661"/>
            <a:ext cx="21097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867888" y="5746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Action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867888" y="6236732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 replenishment strategies.</a:t>
            </a:r>
            <a:endParaRPr lang="en-US" sz="1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A347FC7-FA0E-B93F-EA94-84709FCAC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388" y="7763264"/>
            <a:ext cx="2876951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Demand Forecasting &amp; Seasonality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179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Stock Levels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66950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Furniture &amp; Electronics have the highest stock.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5399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Lowest Stock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503039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Toys have the lowest stock, possibly faster sales.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39127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Reallocate stock based on seasonal data.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72624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Competitor Pricing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Stable Sales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Sales stable (2023-2024) despite pricing.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92140" y="4194453"/>
            <a:ext cx="9786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Decline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Sales decline (2025) aligns with price drop.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53055" y="3243382"/>
            <a:ext cx="173712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Price-Sensitive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Electronics &amp; Clothing are price-sensitive.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6329" y="5969556"/>
            <a:ext cx="17573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43D698-E20D-E04E-80C8-14431A762F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145" y="7741748"/>
            <a:ext cx="2876951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71325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Region-Wise Performance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5382" y="3267551"/>
            <a:ext cx="9786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29057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East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396139"/>
            <a:ext cx="37265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in revenue across categories.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53545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67520" y="4469249"/>
            <a:ext cx="173712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3330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West &amp; North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759762"/>
            <a:ext cx="42485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Underperform, need sales improvement.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53545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66448" y="5832872"/>
            <a:ext cx="17573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09272" y="5632966"/>
            <a:ext cx="32264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Furniture &amp; Electronics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6123384"/>
            <a:ext cx="34906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Drive the highest revenue overall.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D67FCD-3AB3-AAB9-0825-E59BC371E5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6630" y="7741748"/>
            <a:ext cx="2876951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267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Takeaways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27564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069437"/>
            <a:ext cx="22919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Seasonal Planning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4914186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Inventory needs better seasonal planning.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904" y="327564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5904" y="4069437"/>
            <a:ext cx="22920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Competitor Pricing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425904" y="4914186"/>
            <a:ext cx="22920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Directly affects sales in key categories.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8138" y="327564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58138" y="4069437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Regional Gaps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058138" y="4559856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Clear gaps in West &amp; North regions.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27853"/>
            <a:ext cx="2573655" cy="25736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8467" y="1458516"/>
            <a:ext cx="69008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Conclusion &amp; Next Steps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3928467" y="2394109"/>
            <a:ext cx="99156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FFA4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3928467" y="2961084"/>
            <a:ext cx="99156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Inventory management needs better seasonal planning.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928467" y="3403283"/>
            <a:ext cx="99156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Competitor pricing directly affects sales in key categories.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928467" y="3845481"/>
            <a:ext cx="99156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Regional performance analysis shows clear gaps in West &amp; North.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928467" y="4412456"/>
            <a:ext cx="99156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FFD1A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 Steps to be taken: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3928467" y="4979432"/>
            <a:ext cx="99156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 </a:t>
            </a: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pricing strategies</a:t>
            </a: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price-sensitive categories.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3928467" y="5421630"/>
            <a:ext cx="99156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 </a:t>
            </a: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inventory allocation</a:t>
            </a: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based on demand trends.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3928467" y="5863828"/>
            <a:ext cx="99156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</a:t>
            </a: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regional marketing campaigns</a:t>
            </a: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 boost underperforming areas.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3928467" y="6430804"/>
            <a:ext cx="99156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885A54-BC58-0450-883B-D3CE6CEAF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0953" y="7741748"/>
            <a:ext cx="2876951" cy="428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358</Words>
  <Application>Microsoft Office PowerPoint</Application>
  <PresentationFormat>Custom</PresentationFormat>
  <Paragraphs>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Raleway</vt:lpstr>
      <vt:lpstr>Prata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prajwal s</cp:lastModifiedBy>
  <cp:revision>2</cp:revision>
  <dcterms:created xsi:type="dcterms:W3CDTF">2025-02-13T14:59:51Z</dcterms:created>
  <dcterms:modified xsi:type="dcterms:W3CDTF">2025-02-13T15:11:29Z</dcterms:modified>
</cp:coreProperties>
</file>